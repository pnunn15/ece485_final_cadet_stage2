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3156C-1A0B-40A4-B506-136BA873DFD3}" v="4" dt="2026-03-10T17:13:22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25" d="100"/>
          <a:sy n="125" d="100"/>
        </p:scale>
        <p:origin x="9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custSel modSld">
      <pc:chgData name="York, George W CIV USAF USAFA DF/DFEC" userId="1fb5875a-4594-4db2-80fb-f0db3de11280" providerId="ADAL" clId="{09330963-85FD-4C99-A81B-94D0EE5CFFEB}" dt="2026-03-10T17:13:40.174" v="28" actId="478"/>
      <pc:docMkLst>
        <pc:docMk/>
      </pc:docMkLst>
      <pc:sldChg chg="addSp delSp modSp mod">
        <pc:chgData name="York, George W CIV USAF USAFA DF/DFEC" userId="1fb5875a-4594-4db2-80fb-f0db3de11280" providerId="ADAL" clId="{09330963-85FD-4C99-A81B-94D0EE5CFFEB}" dt="2026-03-10T17:13:40.174" v="28" actId="478"/>
        <pc:sldMkLst>
          <pc:docMk/>
          <pc:sldMk cId="1501170907" sldId="256"/>
        </pc:sldMkLst>
        <pc:spChg chg="add mod">
          <ac:chgData name="York, George W CIV USAF USAFA DF/DFEC" userId="1fb5875a-4594-4db2-80fb-f0db3de11280" providerId="ADAL" clId="{09330963-85FD-4C99-A81B-94D0EE5CFFEB}" dt="2026-03-10T03:59:35.312" v="22"/>
          <ac:spMkLst>
            <pc:docMk/>
            <pc:sldMk cId="1501170907" sldId="256"/>
            <ac:spMk id="26" creationId="{C78A4DC8-3C80-881E-FB81-42CE7A660FBF}"/>
          </ac:spMkLst>
        </pc:spChg>
        <pc:spChg chg="add mod">
          <ac:chgData name="York, George W CIV USAF USAFA DF/DFEC" userId="1fb5875a-4594-4db2-80fb-f0db3de11280" providerId="ADAL" clId="{09330963-85FD-4C99-A81B-94D0EE5CFFEB}" dt="2026-03-10T03:59:35.312" v="22"/>
          <ac:spMkLst>
            <pc:docMk/>
            <pc:sldMk cId="1501170907" sldId="256"/>
            <ac:spMk id="28" creationId="{FF31582E-8364-8CF1-92BA-63B0BC31CB78}"/>
          </ac:spMkLst>
        </pc:spChg>
        <pc:spChg chg="add mod">
          <ac:chgData name="York, George W CIV USAF USAFA DF/DFEC" userId="1fb5875a-4594-4db2-80fb-f0db3de11280" providerId="ADAL" clId="{09330963-85FD-4C99-A81B-94D0EE5CFFEB}" dt="2026-03-10T03:59:35.312" v="22"/>
          <ac:spMkLst>
            <pc:docMk/>
            <pc:sldMk cId="1501170907" sldId="256"/>
            <ac:spMk id="47" creationId="{CC388D4E-B582-ECD3-F069-D98CD3BAA839}"/>
          </ac:spMkLst>
        </pc:spChg>
        <pc:spChg chg="add mod">
          <ac:chgData name="York, George W CIV USAF USAFA DF/DFEC" userId="1fb5875a-4594-4db2-80fb-f0db3de11280" providerId="ADAL" clId="{09330963-85FD-4C99-A81B-94D0EE5CFFEB}" dt="2026-03-10T03:59:35.312" v="22"/>
          <ac:spMkLst>
            <pc:docMk/>
            <pc:sldMk cId="1501170907" sldId="256"/>
            <ac:spMk id="52" creationId="{0CCCD093-1D8B-D339-2269-5293EF85E0E3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4" creationId="{7C5CCBD1-0844-480F-8141-9A9CAA44FF50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7" creationId="{BE8947B1-691B-936E-60AD-9FDFE4A4EA75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9" creationId="{62908768-78CB-6AA2-9F8F-560147BBA50C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80" creationId="{55A3E227-0BF3-A73B-3BC7-43B3ED0C951A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84" creationId="{D1142331-E346-04E4-CE7D-40DA0254B7E8}"/>
          </ac:spMkLst>
        </pc:spChg>
        <pc:spChg chg="add del mod">
          <ac:chgData name="York, George W CIV USAF USAFA DF/DFEC" userId="1fb5875a-4594-4db2-80fb-f0db3de11280" providerId="ADAL" clId="{09330963-85FD-4C99-A81B-94D0EE5CFFEB}" dt="2026-03-10T03:59:17.858" v="20" actId="478"/>
          <ac:spMkLst>
            <pc:docMk/>
            <pc:sldMk cId="1501170907" sldId="256"/>
            <ac:spMk id="105" creationId="{0DEEFEFE-6A7C-4AE5-CCC3-83F00563D393}"/>
          </ac:spMkLst>
        </pc:spChg>
        <pc:spChg chg="del">
          <ac:chgData name="York, George W CIV USAF USAFA DF/DFEC" userId="1fb5875a-4594-4db2-80fb-f0db3de11280" providerId="ADAL" clId="{09330963-85FD-4C99-A81B-94D0EE5CFFEB}" dt="2026-03-10T03:59:17.858" v="20" actId="478"/>
          <ac:spMkLst>
            <pc:docMk/>
            <pc:sldMk cId="1501170907" sldId="256"/>
            <ac:spMk id="264" creationId="{18102C07-F7E1-1AF1-477B-00B68F177F07}"/>
          </ac:spMkLst>
        </pc:spChg>
        <pc:spChg chg="del">
          <ac:chgData name="York, George W CIV USAF USAFA DF/DFEC" userId="1fb5875a-4594-4db2-80fb-f0db3de11280" providerId="ADAL" clId="{09330963-85FD-4C99-A81B-94D0EE5CFFEB}" dt="2026-03-10T03:59:17.858" v="20" actId="478"/>
          <ac:spMkLst>
            <pc:docMk/>
            <pc:sldMk cId="1501170907" sldId="256"/>
            <ac:spMk id="265" creationId="{00A05C49-A5A2-CC74-BAEB-00CF47323BC9}"/>
          </ac:spMkLst>
        </pc:spChg>
        <pc:spChg chg="del">
          <ac:chgData name="York, George W CIV USAF USAFA DF/DFEC" userId="1fb5875a-4594-4db2-80fb-f0db3de11280" providerId="ADAL" clId="{09330963-85FD-4C99-A81B-94D0EE5CFFEB}" dt="2026-03-10T03:59:17.858" v="20" actId="478"/>
          <ac:spMkLst>
            <pc:docMk/>
            <pc:sldMk cId="1501170907" sldId="256"/>
            <ac:spMk id="266" creationId="{B178740B-BE6B-31B0-B4FD-0ED1D3EABF36}"/>
          </ac:spMkLst>
        </pc:spChg>
        <pc:grpChg chg="add del mod">
          <ac:chgData name="York, George W CIV USAF USAFA DF/DFEC" userId="1fb5875a-4594-4db2-80fb-f0db3de11280" providerId="ADAL" clId="{09330963-85FD-4C99-A81B-94D0EE5CFFEB}" dt="2026-03-10T17:13:11.635" v="23" actId="478"/>
          <ac:grpSpMkLst>
            <pc:docMk/>
            <pc:sldMk cId="1501170907" sldId="256"/>
            <ac:grpSpMk id="30" creationId="{F29CD4F1-4D65-2071-CB5D-56C21B0A8ADD}"/>
          </ac:grpSpMkLst>
        </pc:grpChg>
        <pc:grpChg chg="add mod">
          <ac:chgData name="York, George W CIV USAF USAFA DF/DFEC" userId="1fb5875a-4594-4db2-80fb-f0db3de11280" providerId="ADAL" clId="{09330963-85FD-4C99-A81B-94D0EE5CFFEB}" dt="2026-03-05T22:27:36.393" v="10"/>
          <ac:grpSpMkLst>
            <pc:docMk/>
            <pc:sldMk cId="1501170907" sldId="256"/>
            <ac:grpSpMk id="61" creationId="{16FC76F5-1B0B-DFD2-2DFE-467D7246D31F}"/>
          </ac:grpSpMkLst>
        </pc:grpChg>
        <pc:grpChg chg="del">
          <ac:chgData name="York, George W CIV USAF USAFA DF/DFEC" userId="1fb5875a-4594-4db2-80fb-f0db3de11280" providerId="ADAL" clId="{09330963-85FD-4C99-A81B-94D0EE5CFFEB}" dt="2026-03-10T03:59:17.858" v="20" actId="478"/>
          <ac:grpSpMkLst>
            <pc:docMk/>
            <pc:sldMk cId="1501170907" sldId="256"/>
            <ac:grpSpMk id="175" creationId="{CF1E05C7-0258-A1DB-5D4E-EA66C6CAA296}"/>
          </ac:grpSpMkLst>
        </pc:grpChg>
        <pc:picChg chg="add del mod ord">
          <ac:chgData name="York, George W CIV USAF USAFA DF/DFEC" userId="1fb5875a-4594-4db2-80fb-f0db3de11280" providerId="ADAL" clId="{09330963-85FD-4C99-A81B-94D0EE5CFFEB}" dt="2026-03-10T17:13:34.702" v="26" actId="478"/>
          <ac:picMkLst>
            <pc:docMk/>
            <pc:sldMk cId="1501170907" sldId="256"/>
            <ac:picMk id="36" creationId="{7D1B8B85-7F90-6201-21E9-F6ABDFFBBFF8}"/>
          </ac:picMkLst>
        </pc:picChg>
        <pc:cxnChg chg="add mod">
          <ac:chgData name="York, George W CIV USAF USAFA DF/DFEC" userId="1fb5875a-4594-4db2-80fb-f0db3de11280" providerId="ADAL" clId="{09330963-85FD-4C99-A81B-94D0EE5CFFEB}" dt="2026-03-10T03:59:35.312" v="22"/>
          <ac:cxnSpMkLst>
            <pc:docMk/>
            <pc:sldMk cId="1501170907" sldId="256"/>
            <ac:cxnSpMk id="17" creationId="{31DB38F9-E090-4FB9-FA0F-47CDA73DF572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4.583" v="16" actId="478"/>
          <ac:cxnSpMkLst>
            <pc:docMk/>
            <pc:sldMk cId="1501170907" sldId="256"/>
            <ac:cxnSpMk id="17" creationId="{D24E488E-A173-AFA0-3F6A-78FF8CC6952B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3.700" v="15" actId="478"/>
          <ac:cxnSpMkLst>
            <pc:docMk/>
            <pc:sldMk cId="1501170907" sldId="256"/>
            <ac:cxnSpMk id="26" creationId="{EFC7A41C-61ED-49E4-BA0B-27EC82F62902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5.400" v="17" actId="478"/>
          <ac:cxnSpMkLst>
            <pc:docMk/>
            <pc:sldMk cId="1501170907" sldId="256"/>
            <ac:cxnSpMk id="28" creationId="{EE79F449-2B1D-87A9-9E7B-9DD8C11C7B9B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17:13:40.174" v="28" actId="478"/>
          <ac:cxnSpMkLst>
            <pc:docMk/>
            <pc:sldMk cId="1501170907" sldId="256"/>
            <ac:cxnSpMk id="37" creationId="{A09C37C1-E5D0-9FBA-A932-2F98BACEC0B2}"/>
          </ac:cxnSpMkLst>
        </pc:cxnChg>
        <pc:cxnChg chg="add mod">
          <ac:chgData name="York, George W CIV USAF USAFA DF/DFEC" userId="1fb5875a-4594-4db2-80fb-f0db3de11280" providerId="ADAL" clId="{09330963-85FD-4C99-A81B-94D0EE5CFFEB}" dt="2026-03-10T17:13:38.206" v="27" actId="1076"/>
          <ac:cxnSpMkLst>
            <pc:docMk/>
            <pc:sldMk cId="1501170907" sldId="256"/>
            <ac:cxnSpMk id="38" creationId="{4D9B3B66-045C-4BC7-2F4D-857D0D686CD3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1.970" v="14" actId="478"/>
          <ac:cxnSpMkLst>
            <pc:docMk/>
            <pc:sldMk cId="1501170907" sldId="256"/>
            <ac:cxnSpMk id="39" creationId="{119991E4-90E6-F0D1-11C3-602FF77B7F79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9:35.312" v="22"/>
          <ac:cxnSpMkLst>
            <pc:docMk/>
            <pc:sldMk cId="1501170907" sldId="256"/>
            <ac:cxnSpMk id="39" creationId="{7804F544-7548-D877-9F4A-794E86AF3151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0.703" v="13" actId="478"/>
          <ac:cxnSpMkLst>
            <pc:docMk/>
            <pc:sldMk cId="1501170907" sldId="256"/>
            <ac:cxnSpMk id="47" creationId="{8A262BB7-393A-3D10-4768-BA19460EE16D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49.677" v="12" actId="478"/>
          <ac:cxnSpMkLst>
            <pc:docMk/>
            <pc:sldMk cId="1501170907" sldId="256"/>
            <ac:cxnSpMk id="52" creationId="{2AC5E79F-36BB-C55A-DF2D-C7C8E0255836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58" creationId="{37D73938-CD18-95EE-AF99-64BFF08C2E0D}"/>
          </ac:cxnSpMkLst>
        </pc:cxnChg>
        <pc:cxnChg chg="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76" creationId="{10A822E0-4EAA-5FC7-F211-354CF1DD8C97}"/>
          </ac:cxnSpMkLst>
        </pc:cxnChg>
        <pc:cxnChg chg="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77" creationId="{05428BE6-A028-2505-F585-6481D0268AE8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92" creationId="{A258B8B8-0DCC-7046-F080-D64CBE4BD6A0}"/>
          </ac:cxnSpMkLst>
        </pc:cxnChg>
        <pc:cxnChg chg="add mod">
          <ac:chgData name="York, George W CIV USAF USAFA DF/DFEC" userId="1fb5875a-4594-4db2-80fb-f0db3de11280" providerId="ADAL" clId="{09330963-85FD-4C99-A81B-94D0EE5CFFEB}" dt="2026-03-10T17:13:26.975" v="25" actId="1076"/>
          <ac:cxnSpMkLst>
            <pc:docMk/>
            <pc:sldMk cId="1501170907" sldId="256"/>
            <ac:cxnSpMk id="105" creationId="{8CD91CF8-916B-D654-9E0C-D97E1D897DD5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28.651" v="18"/>
          <ac:cxnSpMkLst>
            <pc:docMk/>
            <pc:sldMk cId="1501170907" sldId="256"/>
            <ac:cxnSpMk id="106" creationId="{EF1EA85E-B4DD-CD65-B4DF-4B4DB8B39F46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28.651" v="18"/>
          <ac:cxnSpMkLst>
            <pc:docMk/>
            <pc:sldMk cId="1501170907" sldId="256"/>
            <ac:cxnSpMk id="107" creationId="{79860AC4-97D8-03B3-AF86-AB6DE017878E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39.938" v="19"/>
          <ac:cxnSpMkLst>
            <pc:docMk/>
            <pc:sldMk cId="1501170907" sldId="256"/>
            <ac:cxnSpMk id="108" creationId="{3F5D046F-4CDC-941C-775F-ABA64AB9D3A8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39.938" v="19"/>
          <ac:cxnSpMkLst>
            <pc:docMk/>
            <pc:sldMk cId="1501170907" sldId="256"/>
            <ac:cxnSpMk id="109" creationId="{92BCAF6F-B9A4-9C21-9FF9-B23BDE25056A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9:35.312" v="22"/>
          <ac:cxnSpMkLst>
            <pc:docMk/>
            <pc:sldMk cId="1501170907" sldId="256"/>
            <ac:cxnSpMk id="110" creationId="{93EEA11B-25C2-49C4-CEFB-DC750F39B294}"/>
          </ac:cxnSpMkLst>
        </pc:cxnChg>
        <pc:cxnChg chg="del">
          <ac:chgData name="York, George W CIV USAF USAFA DF/DFEC" userId="1fb5875a-4594-4db2-80fb-f0db3de11280" providerId="ADAL" clId="{09330963-85FD-4C99-A81B-94D0EE5CFFEB}" dt="2026-03-10T03:59:17.858" v="20" actId="478"/>
          <ac:cxnSpMkLst>
            <pc:docMk/>
            <pc:sldMk cId="1501170907" sldId="256"/>
            <ac:cxnSpMk id="183" creationId="{FD895F0D-4BF5-DC7B-F7F3-413542C80AFB}"/>
          </ac:cxnSpMkLst>
        </pc:cxnChg>
        <pc:cxnChg chg="del">
          <ac:chgData name="York, George W CIV USAF USAFA DF/DFEC" userId="1fb5875a-4594-4db2-80fb-f0db3de11280" providerId="ADAL" clId="{09330963-85FD-4C99-A81B-94D0EE5CFFEB}" dt="2026-03-10T03:59:17.858" v="20" actId="478"/>
          <ac:cxnSpMkLst>
            <pc:docMk/>
            <pc:sldMk cId="1501170907" sldId="256"/>
            <ac:cxnSpMk id="185" creationId="{8A322888-ED2A-D52F-5D81-55A9F50D831D}"/>
          </ac:cxnSpMkLst>
        </pc:cxnChg>
        <pc:cxnChg chg="del">
          <ac:chgData name="York, George W CIV USAF USAFA DF/DFEC" userId="1fb5875a-4594-4db2-80fb-f0db3de11280" providerId="ADAL" clId="{09330963-85FD-4C99-A81B-94D0EE5CFFEB}" dt="2026-03-10T03:59:20.624" v="21" actId="478"/>
          <ac:cxnSpMkLst>
            <pc:docMk/>
            <pc:sldMk cId="1501170907" sldId="256"/>
            <ac:cxnSpMk id="276" creationId="{370ACF3C-5A72-31AC-3830-8B43C336935F}"/>
          </ac:cxnSpMkLst>
        </pc:cxnChg>
        <pc:cxnChg chg="del">
          <ac:chgData name="York, George W CIV USAF USAFA DF/DFEC" userId="1fb5875a-4594-4db2-80fb-f0db3de11280" providerId="ADAL" clId="{09330963-85FD-4C99-A81B-94D0EE5CFFEB}" dt="2026-03-10T03:59:17.858" v="20" actId="478"/>
          <ac:cxnSpMkLst>
            <pc:docMk/>
            <pc:sldMk cId="1501170907" sldId="256"/>
            <ac:cxnSpMk id="280" creationId="{BF12A351-142A-23D7-36BD-9308B9D720A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825240" y="82040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2. RISC-V 5-cycle Pipeline Architecture</a:t>
            </a:r>
          </a:p>
          <a:p>
            <a:pPr algn="ctr"/>
            <a:r>
              <a:rPr lang="en-US" sz="1200" b="1" dirty="0"/>
              <a:t>NOPs to prevent hazards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389615" y="2231217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367821" y="2540560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692597" y="2702044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791700" y="1699822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211807" y="27020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934567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972437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852163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774264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762440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2155145" y="537709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622289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762440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762440" y="3677653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54A266D-F4C6-7070-9203-F459E46AE102}"/>
              </a:ext>
            </a:extLst>
          </p:cNvPr>
          <p:cNvCxnSpPr>
            <a:cxnSpLocks/>
          </p:cNvCxnSpPr>
          <p:nvPr/>
        </p:nvCxnSpPr>
        <p:spPr>
          <a:xfrm>
            <a:off x="1620962" y="4519030"/>
            <a:ext cx="4758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943500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001819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765692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620962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942173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000492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764365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803638" y="4454260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688197" y="433063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579087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85366"/>
            <a:ext cx="1851758" cy="16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804838" y="3309402"/>
            <a:ext cx="0" cy="173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267546" y="3096047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659919" y="1793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86953" y="1941884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81009" y="206099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53FABC7-DD90-8352-C66A-7DFA23EE2633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64F4C90-ABA8-4DDC-5808-F9A278B4E6F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FC64163-8C45-5848-AF36-721E2025DF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B09081B-A704-2107-897F-12A59ADE3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65FB0D5-90F0-B240-13F3-D73E3B74C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230139" y="224517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565545" y="2241709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/>
          <p:nvPr/>
        </p:nvCxnSpPr>
        <p:spPr>
          <a:xfrm flipH="1">
            <a:off x="211807" y="6023113"/>
            <a:ext cx="94589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211807" y="2717971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876BEE7-FDFC-0D31-7B67-CAA4ECA61CC2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392320" y="2899983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919827"/>
            <a:ext cx="0" cy="82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9092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1551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156808" y="19092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65686" y="241744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303520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332224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9864345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248850" y="726305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078535" y="722238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018722" y="740372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527038" y="73046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458496" y="9833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9B3B66-045C-4BC7-2F4D-857D0D686CD3}"/>
              </a:ext>
            </a:extLst>
          </p:cNvPr>
          <p:cNvCxnSpPr>
            <a:cxnSpLocks/>
            <a:stCxn id="138" idx="1"/>
          </p:cNvCxnSpPr>
          <p:nvPr/>
        </p:nvCxnSpPr>
        <p:spPr>
          <a:xfrm rot="10800000" flipH="1">
            <a:off x="2948821" y="3394567"/>
            <a:ext cx="438815" cy="343848"/>
          </a:xfrm>
          <a:prstGeom prst="bentConnector3">
            <a:avLst>
              <a:gd name="adj1" fmla="val -5209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E547B99-6FC8-A74C-FEEB-9E4CADACFA53}"/>
              </a:ext>
            </a:extLst>
          </p:cNvPr>
          <p:cNvCxnSpPr>
            <a:cxnSpLocks/>
          </p:cNvCxnSpPr>
          <p:nvPr/>
        </p:nvCxnSpPr>
        <p:spPr>
          <a:xfrm>
            <a:off x="8930725" y="4560055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C5CCBD1-0844-480F-8141-9A9CAA44FF50}"/>
              </a:ext>
            </a:extLst>
          </p:cNvPr>
          <p:cNvSpPr txBox="1"/>
          <p:nvPr/>
        </p:nvSpPr>
        <p:spPr>
          <a:xfrm>
            <a:off x="7868407" y="4099798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8947B1-691B-936E-60AD-9FDFE4A4EA75}"/>
              </a:ext>
            </a:extLst>
          </p:cNvPr>
          <p:cNvSpPr txBox="1"/>
          <p:nvPr/>
        </p:nvSpPr>
        <p:spPr>
          <a:xfrm>
            <a:off x="7871560" y="4515171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D73938-CD18-95EE-AF99-64BFF08C2E0D}"/>
              </a:ext>
            </a:extLst>
          </p:cNvPr>
          <p:cNvCxnSpPr>
            <a:cxnSpLocks/>
          </p:cNvCxnSpPr>
          <p:nvPr/>
        </p:nvCxnSpPr>
        <p:spPr>
          <a:xfrm flipV="1">
            <a:off x="9214921" y="471814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2908768-78CB-6AA2-9F8F-560147BBA50C}"/>
              </a:ext>
            </a:extLst>
          </p:cNvPr>
          <p:cNvSpPr txBox="1"/>
          <p:nvPr/>
        </p:nvSpPr>
        <p:spPr>
          <a:xfrm>
            <a:off x="8892828" y="4599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6FC76F5-1B0B-DFD2-2DFE-467D7246D31F}"/>
              </a:ext>
            </a:extLst>
          </p:cNvPr>
          <p:cNvGrpSpPr/>
          <p:nvPr/>
        </p:nvGrpSpPr>
        <p:grpSpPr>
          <a:xfrm>
            <a:off x="8407592" y="4109253"/>
            <a:ext cx="292770" cy="637674"/>
            <a:chOff x="1074820" y="1507958"/>
            <a:chExt cx="292770" cy="63767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0F3C053-4536-CA7C-4EE4-418998840D9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4ACF4A3-01ED-D5D2-AE79-3A96A5B0A6EC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8BA57EF-BE1E-D9E4-5BCF-2A7FF9099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5E72814-B29A-A6B9-3873-6A3C7C551A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E1DD0ED-9DFA-FDD8-737C-FB8DE70DA2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0A822E0-4EAA-5FC7-F211-354CF1DD8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428BE6-A028-2505-F585-6481D0268AE8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79B177D-A620-CBB7-1F57-B85744BC1768}"/>
              </a:ext>
            </a:extLst>
          </p:cNvPr>
          <p:cNvCxnSpPr>
            <a:cxnSpLocks/>
          </p:cNvCxnSpPr>
          <p:nvPr/>
        </p:nvCxnSpPr>
        <p:spPr>
          <a:xfrm>
            <a:off x="8233657" y="4640648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4751035-C943-F4AC-E721-2329E2124269}"/>
              </a:ext>
            </a:extLst>
          </p:cNvPr>
          <p:cNvCxnSpPr/>
          <p:nvPr/>
        </p:nvCxnSpPr>
        <p:spPr>
          <a:xfrm>
            <a:off x="8229784" y="421553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5A3E227-0BF3-A73B-3BC7-43B3ED0C951A}"/>
              </a:ext>
            </a:extLst>
          </p:cNvPr>
          <p:cNvSpPr txBox="1"/>
          <p:nvPr/>
        </p:nvSpPr>
        <p:spPr>
          <a:xfrm>
            <a:off x="8442429" y="4314065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BADD6A5-EF1D-D5D2-C1C0-C06AAF0FB60A}"/>
              </a:ext>
            </a:extLst>
          </p:cNvPr>
          <p:cNvCxnSpPr>
            <a:cxnSpLocks/>
          </p:cNvCxnSpPr>
          <p:nvPr/>
        </p:nvCxnSpPr>
        <p:spPr>
          <a:xfrm flipV="1">
            <a:off x="9192573" y="489361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1142331-E346-04E4-CE7D-40DA0254B7E8}"/>
              </a:ext>
            </a:extLst>
          </p:cNvPr>
          <p:cNvSpPr txBox="1"/>
          <p:nvPr/>
        </p:nvSpPr>
        <p:spPr>
          <a:xfrm>
            <a:off x="8937784" y="478008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1FC06E-49A1-E737-FC39-BA3F124F2533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490C6-9F7A-C0A3-5E86-3D4C3F2DB87B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258B8B8-0DCC-7046-F080-D64CBE4BD6A0}"/>
              </a:ext>
            </a:extLst>
          </p:cNvPr>
          <p:cNvCxnSpPr>
            <a:cxnSpLocks/>
          </p:cNvCxnSpPr>
          <p:nvPr/>
        </p:nvCxnSpPr>
        <p:spPr>
          <a:xfrm>
            <a:off x="8698040" y="4454260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F1EA85E-B4DD-CD65-B4DF-4B4DB8B39F46}"/>
              </a:ext>
            </a:extLst>
          </p:cNvPr>
          <p:cNvCxnSpPr>
            <a:cxnSpLocks/>
          </p:cNvCxnSpPr>
          <p:nvPr/>
        </p:nvCxnSpPr>
        <p:spPr>
          <a:xfrm flipV="1">
            <a:off x="10822834" y="3193477"/>
            <a:ext cx="0" cy="616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9860AC4-97D8-03B3-AF86-AB6DE017878E}"/>
              </a:ext>
            </a:extLst>
          </p:cNvPr>
          <p:cNvCxnSpPr>
            <a:cxnSpLocks/>
          </p:cNvCxnSpPr>
          <p:nvPr/>
        </p:nvCxnSpPr>
        <p:spPr>
          <a:xfrm flipH="1">
            <a:off x="10772078" y="3608496"/>
            <a:ext cx="107051" cy="69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F5D046F-4CDC-941C-775F-ABA64AB9D3A8}"/>
              </a:ext>
            </a:extLst>
          </p:cNvPr>
          <p:cNvCxnSpPr>
            <a:cxnSpLocks/>
          </p:cNvCxnSpPr>
          <p:nvPr/>
        </p:nvCxnSpPr>
        <p:spPr>
          <a:xfrm flipV="1">
            <a:off x="9432653" y="4931909"/>
            <a:ext cx="0" cy="318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2BCAF6F-B9A4-9C21-9FF9-B23BDE25056A}"/>
              </a:ext>
            </a:extLst>
          </p:cNvPr>
          <p:cNvCxnSpPr>
            <a:cxnSpLocks/>
          </p:cNvCxnSpPr>
          <p:nvPr/>
        </p:nvCxnSpPr>
        <p:spPr>
          <a:xfrm flipH="1">
            <a:off x="9388685" y="5117831"/>
            <a:ext cx="85431" cy="62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DB38F9-E090-4FB9-FA0F-47CDA73DF572}"/>
              </a:ext>
            </a:extLst>
          </p:cNvPr>
          <p:cNvCxnSpPr>
            <a:cxnSpLocks/>
          </p:cNvCxnSpPr>
          <p:nvPr/>
        </p:nvCxnSpPr>
        <p:spPr>
          <a:xfrm>
            <a:off x="9254353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78A4DC8-3C80-881E-FB81-42CE7A660FBF}"/>
              </a:ext>
            </a:extLst>
          </p:cNvPr>
          <p:cNvSpPr txBox="1"/>
          <p:nvPr/>
        </p:nvSpPr>
        <p:spPr>
          <a:xfrm>
            <a:off x="9014468" y="3198168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31582E-8364-8CF1-92BA-63B0BC31CB78}"/>
              </a:ext>
            </a:extLst>
          </p:cNvPr>
          <p:cNvSpPr txBox="1"/>
          <p:nvPr/>
        </p:nvSpPr>
        <p:spPr>
          <a:xfrm>
            <a:off x="9378410" y="3198168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04F544-7548-D877-9F4A-794E86AF3151}"/>
              </a:ext>
            </a:extLst>
          </p:cNvPr>
          <p:cNvCxnSpPr>
            <a:cxnSpLocks/>
          </p:cNvCxnSpPr>
          <p:nvPr/>
        </p:nvCxnSpPr>
        <p:spPr>
          <a:xfrm>
            <a:off x="9431921" y="3928834"/>
            <a:ext cx="0" cy="325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C388D4E-B582-ECD3-F069-D98CD3BAA839}"/>
              </a:ext>
            </a:extLst>
          </p:cNvPr>
          <p:cNvSpPr txBox="1"/>
          <p:nvPr/>
        </p:nvSpPr>
        <p:spPr>
          <a:xfrm>
            <a:off x="9063374" y="373330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CCCD093-1D8B-D339-2269-5293EF85E0E3}"/>
              </a:ext>
            </a:extLst>
          </p:cNvPr>
          <p:cNvSpPr/>
          <p:nvPr/>
        </p:nvSpPr>
        <p:spPr>
          <a:xfrm>
            <a:off x="9027891" y="3504913"/>
            <a:ext cx="736311" cy="4185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EEA11B-25C2-49C4-CEFB-DC750F39B294}"/>
              </a:ext>
            </a:extLst>
          </p:cNvPr>
          <p:cNvCxnSpPr>
            <a:cxnSpLocks/>
          </p:cNvCxnSpPr>
          <p:nvPr/>
        </p:nvCxnSpPr>
        <p:spPr>
          <a:xfrm>
            <a:off x="9601800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CD91CF8-916B-D654-9E0C-D97E1D897DD5}"/>
              </a:ext>
            </a:extLst>
          </p:cNvPr>
          <p:cNvCxnSpPr/>
          <p:nvPr/>
        </p:nvCxnSpPr>
        <p:spPr>
          <a:xfrm flipV="1">
            <a:off x="8719883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7067A0-744E-82FC-6E97-02A96F45B2D8}"/>
              </a:ext>
            </a:extLst>
          </p:cNvPr>
          <p:cNvCxnSpPr>
            <a:cxnSpLocks/>
          </p:cNvCxnSpPr>
          <p:nvPr/>
        </p:nvCxnSpPr>
        <p:spPr>
          <a:xfrm>
            <a:off x="431873" y="2073941"/>
            <a:ext cx="0" cy="156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B8D8DD-7B0F-0AFF-812F-02F245A5134A}"/>
              </a:ext>
            </a:extLst>
          </p:cNvPr>
          <p:cNvCxnSpPr>
            <a:cxnSpLocks/>
          </p:cNvCxnSpPr>
          <p:nvPr/>
        </p:nvCxnSpPr>
        <p:spPr>
          <a:xfrm>
            <a:off x="555698" y="2073941"/>
            <a:ext cx="0" cy="156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9C83EEF-BB83-4732-5E92-3C83C39896F5}"/>
              </a:ext>
            </a:extLst>
          </p:cNvPr>
          <p:cNvSpPr txBox="1"/>
          <p:nvPr/>
        </p:nvSpPr>
        <p:spPr>
          <a:xfrm>
            <a:off x="164751" y="1875847"/>
            <a:ext cx="348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clk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9B181D-70E6-B894-F432-BED7FD11A807}"/>
              </a:ext>
            </a:extLst>
          </p:cNvPr>
          <p:cNvSpPr txBox="1"/>
          <p:nvPr/>
        </p:nvSpPr>
        <p:spPr>
          <a:xfrm>
            <a:off x="352447" y="1871443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reset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B1C58B-9DFD-A23B-4DB0-B9105F91DA16}"/>
              </a:ext>
            </a:extLst>
          </p:cNvPr>
          <p:cNvSpPr txBox="1"/>
          <p:nvPr/>
        </p:nvSpPr>
        <p:spPr>
          <a:xfrm>
            <a:off x="2287966" y="5212625"/>
            <a:ext cx="5212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alu_op</a:t>
            </a:r>
            <a:endParaRPr lang="en-US" sz="9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631CB6C-361E-8B14-4AD5-3DC6C3933653}"/>
              </a:ext>
            </a:extLst>
          </p:cNvPr>
          <p:cNvSpPr txBox="1"/>
          <p:nvPr/>
        </p:nvSpPr>
        <p:spPr>
          <a:xfrm>
            <a:off x="2024908" y="4356655"/>
            <a:ext cx="2085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r>
              <a:rPr lang="en-US" sz="900" dirty="0"/>
              <a:t>, </a:t>
            </a:r>
            <a:r>
              <a:rPr lang="en-US" sz="900" dirty="0" err="1"/>
              <a:t>mem_read</a:t>
            </a:r>
            <a:r>
              <a:rPr lang="en-US" sz="900" dirty="0"/>
              <a:t>, </a:t>
            </a:r>
            <a:r>
              <a:rPr lang="en-US" sz="900" dirty="0" err="1"/>
              <a:t>mem_write</a:t>
            </a:r>
            <a:r>
              <a:rPr lang="en-US" sz="900" dirty="0"/>
              <a:t>, </a:t>
            </a:r>
            <a:r>
              <a:rPr lang="en-US" sz="900" dirty="0" err="1"/>
              <a:t>alu_src</a:t>
            </a:r>
            <a:r>
              <a:rPr lang="en-US" sz="900" dirty="0"/>
              <a:t>, branch, </a:t>
            </a:r>
            <a:r>
              <a:rPr lang="en-US" sz="900" dirty="0" err="1"/>
              <a:t>load_addr</a:t>
            </a:r>
            <a:r>
              <a:rPr lang="en-US" sz="900" dirty="0"/>
              <a:t>, jump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BF58EC6-CAF3-652A-CBEF-7E03C78865B0}"/>
              </a:ext>
            </a:extLst>
          </p:cNvPr>
          <p:cNvSpPr/>
          <p:nvPr/>
        </p:nvSpPr>
        <p:spPr>
          <a:xfrm>
            <a:off x="4156680" y="4532442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F9F2904-9166-F5F4-60EE-5C800E0BF5AB}"/>
              </a:ext>
            </a:extLst>
          </p:cNvPr>
          <p:cNvCxnSpPr>
            <a:cxnSpLocks/>
          </p:cNvCxnSpPr>
          <p:nvPr/>
        </p:nvCxnSpPr>
        <p:spPr>
          <a:xfrm>
            <a:off x="3306671" y="4753370"/>
            <a:ext cx="839348" cy="510215"/>
          </a:xfrm>
          <a:prstGeom prst="bentConnector3">
            <a:avLst>
              <a:gd name="adj1" fmla="val -233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647A475E-9858-159D-562A-3C9830E9809F}"/>
              </a:ext>
            </a:extLst>
          </p:cNvPr>
          <p:cNvSpPr txBox="1"/>
          <p:nvPr/>
        </p:nvSpPr>
        <p:spPr>
          <a:xfrm>
            <a:off x="4247724" y="4511912"/>
            <a:ext cx="699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Pipeline</a:t>
            </a:r>
          </a:p>
          <a:p>
            <a:pPr algn="ctr"/>
            <a:r>
              <a:rPr lang="en-US" sz="1000" dirty="0"/>
              <a:t>Registers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7EED451-9922-5715-3FB3-032CE161B995}"/>
              </a:ext>
            </a:extLst>
          </p:cNvPr>
          <p:cNvCxnSpPr>
            <a:cxnSpLocks/>
          </p:cNvCxnSpPr>
          <p:nvPr/>
        </p:nvCxnSpPr>
        <p:spPr>
          <a:xfrm>
            <a:off x="5033599" y="5464800"/>
            <a:ext cx="571822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2270A7FF-D6A4-4C58-7945-171BF8041A55}"/>
              </a:ext>
            </a:extLst>
          </p:cNvPr>
          <p:cNvSpPr txBox="1"/>
          <p:nvPr/>
        </p:nvSpPr>
        <p:spPr>
          <a:xfrm>
            <a:off x="5530564" y="3429000"/>
            <a:ext cx="5485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alu_src</a:t>
            </a:r>
            <a:endParaRPr lang="en-US" sz="9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6909561-FD73-EF14-3771-15E2525E3551}"/>
              </a:ext>
            </a:extLst>
          </p:cNvPr>
          <p:cNvSpPr txBox="1"/>
          <p:nvPr/>
        </p:nvSpPr>
        <p:spPr>
          <a:xfrm>
            <a:off x="6055360" y="3400264"/>
            <a:ext cx="5212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alu_op</a:t>
            </a:r>
            <a:endParaRPr lang="en-US" sz="9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3B4DF9E-7170-81B7-70D2-D3EECDE0C099}"/>
              </a:ext>
            </a:extLst>
          </p:cNvPr>
          <p:cNvSpPr txBox="1"/>
          <p:nvPr/>
        </p:nvSpPr>
        <p:spPr>
          <a:xfrm>
            <a:off x="2948822" y="3622999"/>
            <a:ext cx="10038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reg_write_chip</a:t>
            </a:r>
            <a:endParaRPr lang="en-US" sz="9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033FE34-B5CE-38E2-D4DB-B1C189C2EEFB}"/>
              </a:ext>
            </a:extLst>
          </p:cNvPr>
          <p:cNvSpPr txBox="1"/>
          <p:nvPr/>
        </p:nvSpPr>
        <p:spPr>
          <a:xfrm>
            <a:off x="11073075" y="2725346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wb_data</a:t>
            </a:r>
            <a:endParaRPr lang="en-US" sz="9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2D58100-4462-7A0C-44AB-888F483AB65E}"/>
              </a:ext>
            </a:extLst>
          </p:cNvPr>
          <p:cNvSpPr txBox="1"/>
          <p:nvPr/>
        </p:nvSpPr>
        <p:spPr>
          <a:xfrm>
            <a:off x="9485687" y="2554926"/>
            <a:ext cx="12266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 err="1"/>
              <a:t>mem_wb_mem_data</a:t>
            </a:r>
            <a:endParaRPr lang="en-US" sz="9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71B4814-CA36-FFB0-4445-118A018674B1}"/>
              </a:ext>
            </a:extLst>
          </p:cNvPr>
          <p:cNvSpPr txBox="1"/>
          <p:nvPr/>
        </p:nvSpPr>
        <p:spPr>
          <a:xfrm>
            <a:off x="9443353" y="2786781"/>
            <a:ext cx="11897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 err="1"/>
              <a:t>mem_wb_alu_result</a:t>
            </a:r>
            <a:endParaRPr lang="en-US" sz="9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3767775-1F10-D09F-FFBF-A0C89EA41BB9}"/>
              </a:ext>
            </a:extLst>
          </p:cNvPr>
          <p:cNvSpPr txBox="1"/>
          <p:nvPr/>
        </p:nvSpPr>
        <p:spPr>
          <a:xfrm>
            <a:off x="8680597" y="5158841"/>
            <a:ext cx="1015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 err="1"/>
              <a:t>Ex_mem_branch</a:t>
            </a:r>
            <a:endParaRPr lang="en-US" sz="900" dirty="0"/>
          </a:p>
          <a:p>
            <a:pPr algn="r"/>
            <a:r>
              <a:rPr lang="en-US" sz="900" dirty="0" err="1"/>
              <a:t>Ex_mem_jump</a:t>
            </a:r>
            <a:endParaRPr lang="en-US" sz="9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4E5BD52-D8C1-AD35-A782-A3CB0B4A28A8}"/>
              </a:ext>
            </a:extLst>
          </p:cNvPr>
          <p:cNvSpPr txBox="1"/>
          <p:nvPr/>
        </p:nvSpPr>
        <p:spPr>
          <a:xfrm>
            <a:off x="7808124" y="2540481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 err="1"/>
              <a:t>Ex_mem_mem_read</a:t>
            </a:r>
            <a:endParaRPr lang="en-US" sz="900" dirty="0"/>
          </a:p>
          <a:p>
            <a:pPr algn="r"/>
            <a:r>
              <a:rPr lang="en-US" sz="900" dirty="0" err="1"/>
              <a:t>Ex_mem_mem_write</a:t>
            </a:r>
            <a:endParaRPr lang="en-US" sz="9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A104CBC-FA70-C9B7-158F-B660C9DCD176}"/>
              </a:ext>
            </a:extLst>
          </p:cNvPr>
          <p:cNvSpPr txBox="1"/>
          <p:nvPr/>
        </p:nvSpPr>
        <p:spPr>
          <a:xfrm>
            <a:off x="4635120" y="5744237"/>
            <a:ext cx="5757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next_pc</a:t>
            </a:r>
            <a:endParaRPr lang="en-US" sz="9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1095DB9-5E3C-BBF0-593A-786C6C51C151}"/>
              </a:ext>
            </a:extLst>
          </p:cNvPr>
          <p:cNvSpPr txBox="1"/>
          <p:nvPr/>
        </p:nvSpPr>
        <p:spPr>
          <a:xfrm>
            <a:off x="10150564" y="3883242"/>
            <a:ext cx="13232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Mem_wb_mem_read</a:t>
            </a:r>
            <a:endParaRPr lang="en-US" sz="900" dirty="0"/>
          </a:p>
          <a:p>
            <a:pPr algn="ctr"/>
            <a:r>
              <a:rPr lang="en-US" sz="900" dirty="0" err="1"/>
              <a:t>Mem_wb_load_addr</a:t>
            </a:r>
            <a:endParaRPr lang="en-US" sz="900" dirty="0"/>
          </a:p>
          <a:p>
            <a:pPr algn="ctr"/>
            <a:r>
              <a:rPr lang="en-US" sz="900" dirty="0" err="1"/>
              <a:t>Mem_wb_reg_write</a:t>
            </a:r>
            <a:endParaRPr lang="en-US" sz="900" dirty="0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75AF78CE-F2C1-096A-9250-D4FFD82F5A52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86907908-A11A-272B-BFA4-928321305874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187CAA4A-FD96-05F1-9CD6-FC2CB6854773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E1E097F-7549-135E-2A8E-EB501ADE588F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B847D3BD-1478-78AC-60D3-7393701929FA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4E35A504-75F8-4CCC-6A6F-DC4C08289F9C}"/>
              </a:ext>
            </a:extLst>
          </p:cNvPr>
          <p:cNvSpPr txBox="1"/>
          <p:nvPr/>
        </p:nvSpPr>
        <p:spPr>
          <a:xfrm>
            <a:off x="2514763" y="3018022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wb_data</a:t>
            </a:r>
            <a:endParaRPr lang="en-US" sz="9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372FF5A-9959-3FFF-E35D-2EB884CDA75A}"/>
              </a:ext>
            </a:extLst>
          </p:cNvPr>
          <p:cNvSpPr txBox="1"/>
          <p:nvPr/>
        </p:nvSpPr>
        <p:spPr>
          <a:xfrm>
            <a:off x="2246897" y="2357587"/>
            <a:ext cx="113043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 err="1"/>
              <a:t>if_id_instr</a:t>
            </a:r>
            <a:r>
              <a:rPr lang="en-US" sz="700" dirty="0"/>
              <a:t>(19 </a:t>
            </a:r>
            <a:r>
              <a:rPr lang="en-US" sz="700" dirty="0" err="1"/>
              <a:t>downto</a:t>
            </a:r>
            <a:r>
              <a:rPr lang="en-US" sz="700" dirty="0"/>
              <a:t> 15)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BB6021B-34A3-4F84-BBF2-F049FBBBA698}"/>
              </a:ext>
            </a:extLst>
          </p:cNvPr>
          <p:cNvSpPr txBox="1"/>
          <p:nvPr/>
        </p:nvSpPr>
        <p:spPr>
          <a:xfrm>
            <a:off x="2256728" y="2587626"/>
            <a:ext cx="113043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 err="1"/>
              <a:t>if_id_instr</a:t>
            </a:r>
            <a:r>
              <a:rPr lang="en-US" sz="700" dirty="0"/>
              <a:t>(24 </a:t>
            </a:r>
            <a:r>
              <a:rPr lang="en-US" sz="700" dirty="0" err="1"/>
              <a:t>downto</a:t>
            </a:r>
            <a:r>
              <a:rPr lang="en-US" sz="700" dirty="0"/>
              <a:t> 20)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700C405-DFF3-6E08-C8F0-B49ECF4124E6}"/>
              </a:ext>
            </a:extLst>
          </p:cNvPr>
          <p:cNvSpPr txBox="1"/>
          <p:nvPr/>
        </p:nvSpPr>
        <p:spPr>
          <a:xfrm>
            <a:off x="2289518" y="2804940"/>
            <a:ext cx="108234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 err="1"/>
              <a:t>if_id_instr</a:t>
            </a:r>
            <a:r>
              <a:rPr lang="en-US" sz="700" dirty="0"/>
              <a:t>(11 </a:t>
            </a:r>
            <a:r>
              <a:rPr lang="en-US" sz="700" dirty="0" err="1"/>
              <a:t>downto</a:t>
            </a:r>
            <a:r>
              <a:rPr lang="en-US" sz="700" dirty="0"/>
              <a:t> 7)</a:t>
            </a:r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255</Words>
  <Application>Microsoft Office PowerPoint</Application>
  <PresentationFormat>Widescreen</PresentationFormat>
  <Paragraphs>89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Nunn, Payton B C1C USAF USAFA CW/CS18</cp:lastModifiedBy>
  <cp:revision>10</cp:revision>
  <cp:lastPrinted>2025-06-30T21:01:03Z</cp:lastPrinted>
  <dcterms:created xsi:type="dcterms:W3CDTF">2025-06-30T15:01:42Z</dcterms:created>
  <dcterms:modified xsi:type="dcterms:W3CDTF">2026-04-06T03:24:07Z</dcterms:modified>
</cp:coreProperties>
</file>